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05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11/12 • WEBSOCKET REVERB • PYTHON SERIAL READER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1031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Arsitektur &amp; Cara Menjalankan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Jembatan Timbang (Weighbridge)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Berat Timbangan Real-time dari Indikator Fisik / Serial Port ke Web Browser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5120640"/>
            <a:ext cx="530352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5120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Dokumentasi Operasional, Layanan Terminal &amp; Troubleshooting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 Sistem &amp; Aliran Data Real-time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08149B-5FF7-74C2-DE38-37F8D84FC7BB}"/>
              </a:ext>
            </a:extLst>
          </p:cNvPr>
          <p:cNvGrpSpPr/>
          <p:nvPr/>
        </p:nvGrpSpPr>
        <p:grpSpPr>
          <a:xfrm>
            <a:off x="68224" y="1318181"/>
            <a:ext cx="2099994" cy="3459559"/>
            <a:chOff x="731520" y="1463040"/>
            <a:chExt cx="2542032" cy="4754880"/>
          </a:xfrm>
        </p:grpSpPr>
        <p:sp>
          <p:nvSpPr>
            <p:cNvPr id="4" name="Shape 2"/>
            <p:cNvSpPr/>
            <p:nvPr/>
          </p:nvSpPr>
          <p:spPr>
            <a:xfrm>
              <a:off x="731520" y="1463040"/>
              <a:ext cx="2542032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914400" y="1645920"/>
              <a:ext cx="21762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855F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1. Indikator Fisik / Simulator</a:t>
              </a:r>
              <a:endParaRPr lang="en-US" sz="15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2286000"/>
              <a:ext cx="2176272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Sumber Data: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Indikator timbangan atau simulator Python.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Media: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Kabel Serial RS232 / Virtual COM Port.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Format: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 mentah ASCII (contoh: ST,GS,+ 12500 kg).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Frekuensi: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Memancarkan stream data 2-5x per detik.
</a:t>
              </a:r>
              <a:endParaRPr lang="en-US" sz="11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8BDED5-19B1-0842-FEE5-9FCAF9DF0121}"/>
              </a:ext>
            </a:extLst>
          </p:cNvPr>
          <p:cNvGrpSpPr/>
          <p:nvPr/>
        </p:nvGrpSpPr>
        <p:grpSpPr>
          <a:xfrm>
            <a:off x="2275946" y="1346297"/>
            <a:ext cx="2139702" cy="3459559"/>
            <a:chOff x="3456432" y="1463040"/>
            <a:chExt cx="2542032" cy="4754880"/>
          </a:xfrm>
        </p:grpSpPr>
        <p:sp>
          <p:nvSpPr>
            <p:cNvPr id="7" name="Shape 5"/>
            <p:cNvSpPr/>
            <p:nvPr/>
          </p:nvSpPr>
          <p:spPr>
            <a:xfrm>
              <a:off x="3456432" y="1463040"/>
              <a:ext cx="2542032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639312" y="1645920"/>
              <a:ext cx="21762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 Python Serial Reader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639312" y="2286000"/>
              <a:ext cx="2176272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Skrip: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reader.py membaca COM7 (Baudrate 9600).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Anti-Lag: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Buffer flush untuk mengambil baris data teranyar.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Regex Parsing: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Mengekstrak angka berat sesuai merk di JSON.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HTTP Forward: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Mengirim POST JSON ke endpoint Laravel.
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CDEA49-BAD4-2080-D5FE-FCC6B3F2A711}"/>
              </a:ext>
            </a:extLst>
          </p:cNvPr>
          <p:cNvGrpSpPr/>
          <p:nvPr/>
        </p:nvGrpSpPr>
        <p:grpSpPr>
          <a:xfrm>
            <a:off x="4540526" y="1318181"/>
            <a:ext cx="2215605" cy="3459559"/>
            <a:chOff x="6181344" y="1463040"/>
            <a:chExt cx="2542032" cy="4754880"/>
          </a:xfrm>
        </p:grpSpPr>
        <p:sp>
          <p:nvSpPr>
            <p:cNvPr id="10" name="Shape 8"/>
            <p:cNvSpPr/>
            <p:nvPr/>
          </p:nvSpPr>
          <p:spPr>
            <a:xfrm>
              <a:off x="6181344" y="1463040"/>
              <a:ext cx="2542032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364224" y="1645920"/>
              <a:ext cx="21762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3. Laravel Backend Server</a:t>
              </a:r>
              <a:endParaRPr lang="en-US" sz="15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364224" y="2286000"/>
              <a:ext cx="2176272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 Target: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POST /api/timbangan/update.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Database: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Menyimpan nilai ke tabel weighings (ID 1).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Event Broadcast: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Memicu WeightUpdated (ShouldBroadcastNow).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Channel: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Menyiarkan ke channel 'weighbridge-channel'.
</a:t>
              </a:r>
              <a:endParaRPr lang="en-US" sz="11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95E498-0E2C-04DF-7F51-2686A4757101}"/>
              </a:ext>
            </a:extLst>
          </p:cNvPr>
          <p:cNvGrpSpPr/>
          <p:nvPr/>
        </p:nvGrpSpPr>
        <p:grpSpPr>
          <a:xfrm>
            <a:off x="6854779" y="1346297"/>
            <a:ext cx="2215604" cy="3431443"/>
            <a:chOff x="8906256" y="1463040"/>
            <a:chExt cx="2542032" cy="4754880"/>
          </a:xfrm>
        </p:grpSpPr>
        <p:sp>
          <p:nvSpPr>
            <p:cNvPr id="13" name="Shape 11"/>
            <p:cNvSpPr/>
            <p:nvPr/>
          </p:nvSpPr>
          <p:spPr>
            <a:xfrm>
              <a:off x="8906256" y="1463040"/>
              <a:ext cx="2542032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9089136" y="1645920"/>
              <a:ext cx="21762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4. Reverb &amp; Web Display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089136" y="2286000"/>
              <a:ext cx="2176272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WebSocket: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Laravel Reverb bertindak sebagai WS server (port 8080).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Frontend: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Laravel Echo + Pusher JS di timbangan.blade.php.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User Display: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Angka KG di halaman web update instan.
</a:t>
              </a:r>
              <a:r>
                <a:rPr lang="en-US" sz="11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Zero Refresh: </a:t>
              </a: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Layar bergerak dinamis tanpa refresh browser.
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PERSIAPAN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Prasyarat Lingkungan (Environment Prerequisites)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7B3927-5668-C326-B8D5-F0C3D9EB57D8}"/>
              </a:ext>
            </a:extLst>
          </p:cNvPr>
          <p:cNvGrpSpPr/>
          <p:nvPr/>
        </p:nvGrpSpPr>
        <p:grpSpPr>
          <a:xfrm>
            <a:off x="385659" y="1401447"/>
            <a:ext cx="2712878" cy="3573267"/>
            <a:chOff x="731520" y="1463040"/>
            <a:chExt cx="3447288" cy="4754880"/>
          </a:xfrm>
        </p:grpSpPr>
        <p:sp>
          <p:nvSpPr>
            <p:cNvPr id="4" name="Shape 2"/>
            <p:cNvSpPr/>
            <p:nvPr/>
          </p:nvSpPr>
          <p:spPr>
            <a:xfrm>
              <a:off x="731520" y="1463040"/>
              <a:ext cx="3447288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960120" y="1691640"/>
              <a:ext cx="2990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Database PostgreSQL</a:t>
              </a:r>
              <a:endParaRPr lang="en-US" sz="1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60120" y="2286000"/>
              <a:ext cx="2990088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Status Service: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PostgreSQL harus aktif di background (Port 5432).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Nama Database: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weighbridge_db (sesuai konfigurasi .env).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Kredensial Default: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User: postgres | Password: postgres123.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Tabel Weighings: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Dibuat otomatis lewat perintah 'php artisan migrate'.
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30759D-97AF-D03D-6DC8-BDC739D2A681}"/>
              </a:ext>
            </a:extLst>
          </p:cNvPr>
          <p:cNvGrpSpPr/>
          <p:nvPr/>
        </p:nvGrpSpPr>
        <p:grpSpPr>
          <a:xfrm>
            <a:off x="3306122" y="1401447"/>
            <a:ext cx="2712878" cy="3573267"/>
            <a:chOff x="4361688" y="1463040"/>
            <a:chExt cx="3447288" cy="4754880"/>
          </a:xfrm>
        </p:grpSpPr>
        <p:sp>
          <p:nvSpPr>
            <p:cNvPr id="7" name="Shape 5"/>
            <p:cNvSpPr/>
            <p:nvPr/>
          </p:nvSpPr>
          <p:spPr>
            <a:xfrm>
              <a:off x="4361688" y="1463040"/>
              <a:ext cx="3447288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590288" y="1691640"/>
              <a:ext cx="2990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Python &amp; Driver Serial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90288" y="2286000"/>
              <a:ext cx="2990088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Runtime: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Python 3.10 atau versi lebih baru terinstal.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Dependensi Wajib: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Jalankan 'pip install pyserial requests'.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Hardware: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Kabel serial USB-to-RS232 terhubung ke timbangan fisik.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Simulasi Virtual: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Gunakan software com0com (pasangan port virtual COM6 &lt;-&gt; COM7) jika tanpa alat.
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BC15E7-53C0-CCE2-E382-63497B314369}"/>
              </a:ext>
            </a:extLst>
          </p:cNvPr>
          <p:cNvGrpSpPr/>
          <p:nvPr/>
        </p:nvGrpSpPr>
        <p:grpSpPr>
          <a:xfrm>
            <a:off x="6236803" y="1376809"/>
            <a:ext cx="2712878" cy="3597905"/>
            <a:chOff x="7991003" y="1463040"/>
            <a:chExt cx="2712878" cy="3724861"/>
          </a:xfrm>
        </p:grpSpPr>
        <p:sp>
          <p:nvSpPr>
            <p:cNvPr id="10" name="Shape 8"/>
            <p:cNvSpPr/>
            <p:nvPr/>
          </p:nvSpPr>
          <p:spPr>
            <a:xfrm>
              <a:off x="7991003" y="1463040"/>
              <a:ext cx="2712878" cy="368046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220456" y="1691640"/>
              <a:ext cx="2353080" cy="3538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A855F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Konfigurasi &amp; Frontend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220456" y="2286000"/>
              <a:ext cx="2353080" cy="29019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config_timbangan.json: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Pastikan 'port' mengarah ke port penerima (COM7).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WebSocket Broadcast: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Pastikan BROADCAST_CONNECTION=reverb aktif di .env.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Node.js &amp; Vite: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Node.js aktif untuk menjalankan build aset front-end (npm run dev).
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EKSEKUSI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Langkah Menjalankan Layanan (5 Terminal)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52A83A-3323-E202-809C-0BA9089E54A4}"/>
              </a:ext>
            </a:extLst>
          </p:cNvPr>
          <p:cNvGrpSpPr/>
          <p:nvPr/>
        </p:nvGrpSpPr>
        <p:grpSpPr>
          <a:xfrm>
            <a:off x="616889" y="1383351"/>
            <a:ext cx="3822451" cy="1251733"/>
            <a:chOff x="731520" y="1463040"/>
            <a:chExt cx="5212080" cy="2240280"/>
          </a:xfrm>
        </p:grpSpPr>
        <p:sp>
          <p:nvSpPr>
            <p:cNvPr id="4" name="Shape 2"/>
            <p:cNvSpPr/>
            <p:nvPr/>
          </p:nvSpPr>
          <p:spPr>
            <a:xfrm>
              <a:off x="731520" y="1463040"/>
              <a:ext cx="5212080" cy="22402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960120" y="1645920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Terminal 1: Laravel Web Server</a:t>
              </a:r>
              <a:endParaRPr lang="en-US" sz="14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960120" y="2057400"/>
              <a:ext cx="4754880" cy="411480"/>
            </a:xfrm>
            <a:prstGeom prst="rect">
              <a:avLst/>
            </a:prstGeom>
            <a:solidFill>
              <a:srgbClr val="0B1120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1097280" y="2057400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php artisan serve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60120" y="2606040"/>
              <a:ext cx="47548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Menyediakan HTTP Server dan API endpoint /api/timbangan/update. Akses tampilan antarmuka di http://127.0.0.1:8000.</a:t>
              </a:r>
              <a:endParaRPr lang="en-US" sz="11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83CA59-9B68-4845-D043-CB699CC9BA63}"/>
              </a:ext>
            </a:extLst>
          </p:cNvPr>
          <p:cNvGrpSpPr/>
          <p:nvPr/>
        </p:nvGrpSpPr>
        <p:grpSpPr>
          <a:xfrm>
            <a:off x="4918493" y="1383352"/>
            <a:ext cx="3774150" cy="1251733"/>
            <a:chOff x="6217920" y="1463040"/>
            <a:chExt cx="5212080" cy="2240280"/>
          </a:xfrm>
        </p:grpSpPr>
        <p:sp>
          <p:nvSpPr>
            <p:cNvPr id="9" name="Shape 7"/>
            <p:cNvSpPr/>
            <p:nvPr/>
          </p:nvSpPr>
          <p:spPr>
            <a:xfrm>
              <a:off x="6217920" y="1463040"/>
              <a:ext cx="5212080" cy="22402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46520" y="1645920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Terminal 2: Laravel Reverb (WebSocket)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446520" y="2057400"/>
              <a:ext cx="4754880" cy="411480"/>
            </a:xfrm>
            <a:prstGeom prst="rect">
              <a:avLst/>
            </a:prstGeom>
            <a:solidFill>
              <a:srgbClr val="0B1120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583680" y="2057400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php artisan reverb:start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446520" y="2606040"/>
              <a:ext cx="47548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Server WebSocket lokal yang menyiarkan mutasi data berat dari API langsung ke browser di port 8080 tanpa delay.</a:t>
              </a:r>
              <a:endParaRPr lang="en-US" sz="11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295741-1E8F-75B2-A69C-D70ABE2B601E}"/>
              </a:ext>
            </a:extLst>
          </p:cNvPr>
          <p:cNvGrpSpPr/>
          <p:nvPr/>
        </p:nvGrpSpPr>
        <p:grpSpPr>
          <a:xfrm>
            <a:off x="579910" y="3126372"/>
            <a:ext cx="3859430" cy="1331328"/>
            <a:chOff x="731520" y="3977640"/>
            <a:chExt cx="5212080" cy="2240280"/>
          </a:xfrm>
        </p:grpSpPr>
        <p:sp>
          <p:nvSpPr>
            <p:cNvPr id="14" name="Shape 12"/>
            <p:cNvSpPr/>
            <p:nvPr/>
          </p:nvSpPr>
          <p:spPr>
            <a:xfrm>
              <a:off x="731520" y="3977640"/>
              <a:ext cx="5212080" cy="22402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960120" y="4160520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A855F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Terminal 3: Vite Dev Server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960120" y="4572000"/>
              <a:ext cx="4754880" cy="411480"/>
            </a:xfrm>
            <a:prstGeom prst="rect">
              <a:avLst/>
            </a:prstGeom>
            <a:solidFill>
              <a:srgbClr val="0B1120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097280" y="4572000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npm run dev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60120" y="5120640"/>
              <a:ext cx="47548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Menghubungkan pustaka JavaScript klien Laravel Echo &amp; Pusher serta styling Tailwind CSS ke browser.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6979D3-4635-8108-42CE-8D11A199A36C}"/>
              </a:ext>
            </a:extLst>
          </p:cNvPr>
          <p:cNvGrpSpPr/>
          <p:nvPr/>
        </p:nvGrpSpPr>
        <p:grpSpPr>
          <a:xfrm>
            <a:off x="4848690" y="3119688"/>
            <a:ext cx="3930499" cy="1331328"/>
            <a:chOff x="6217920" y="3977640"/>
            <a:chExt cx="5212080" cy="2240280"/>
          </a:xfrm>
        </p:grpSpPr>
        <p:sp>
          <p:nvSpPr>
            <p:cNvPr id="19" name="Shape 17"/>
            <p:cNvSpPr/>
            <p:nvPr/>
          </p:nvSpPr>
          <p:spPr>
            <a:xfrm>
              <a:off x="6217920" y="3977640"/>
              <a:ext cx="5212080" cy="22402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446520" y="4160520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Terminal 4: Python Serial Reader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446520" y="4572000"/>
              <a:ext cx="4754880" cy="411480"/>
            </a:xfrm>
            <a:prstGeom prst="rect">
              <a:avLst/>
            </a:prstGeom>
            <a:solidFill>
              <a:srgbClr val="0B1120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583680" y="4572000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python reader.py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446520" y="5120640"/>
              <a:ext cx="47548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Membaca aliran data timbangan dari port COM7, membersihkan buffer anti-lag, dan mem-POST angka KG ke Laravel.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 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Peta File Kunci &amp; Konfigurasi Indikator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DC46C6-E6B3-4094-BDBC-567D44F2D5D6}"/>
              </a:ext>
            </a:extLst>
          </p:cNvPr>
          <p:cNvGrpSpPr/>
          <p:nvPr/>
        </p:nvGrpSpPr>
        <p:grpSpPr>
          <a:xfrm>
            <a:off x="276688" y="1382496"/>
            <a:ext cx="2608647" cy="3554316"/>
            <a:chOff x="731520" y="1463040"/>
            <a:chExt cx="3447288" cy="4754880"/>
          </a:xfrm>
        </p:grpSpPr>
        <p:sp>
          <p:nvSpPr>
            <p:cNvPr id="4" name="Shape 2"/>
            <p:cNvSpPr/>
            <p:nvPr/>
          </p:nvSpPr>
          <p:spPr>
            <a:xfrm>
              <a:off x="731520" y="1463040"/>
              <a:ext cx="3447288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960120" y="1691640"/>
              <a:ext cx="2990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config_timbangan.json</a:t>
              </a:r>
              <a:endParaRPr lang="en-US" sz="1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60120" y="2286000"/>
              <a:ext cx="2990088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port: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Menentukan COM port sumber (misal 'COM7').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baud_rate: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Kecepatan transfer serial (default: 9600).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api_url: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Target endpoint API Laravel untuk update.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patterns: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Array regex untuk parsing ragam merk: Indikator Tipe 1 (Raw), Tipe 2 (Status), &amp; Tipe 3 (Logistik).
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D12E5C-3734-2B1E-1975-7A8CDDCCE7DA}"/>
              </a:ext>
            </a:extLst>
          </p:cNvPr>
          <p:cNvGrpSpPr/>
          <p:nvPr/>
        </p:nvGrpSpPr>
        <p:grpSpPr>
          <a:xfrm>
            <a:off x="3158284" y="1382496"/>
            <a:ext cx="2754520" cy="3554316"/>
            <a:chOff x="4361688" y="1463040"/>
            <a:chExt cx="3447288" cy="4754880"/>
          </a:xfrm>
        </p:grpSpPr>
        <p:sp>
          <p:nvSpPr>
            <p:cNvPr id="7" name="Shape 5"/>
            <p:cNvSpPr/>
            <p:nvPr/>
          </p:nvSpPr>
          <p:spPr>
            <a:xfrm>
              <a:off x="4361688" y="1463040"/>
              <a:ext cx="3447288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590288" y="1691640"/>
              <a:ext cx="2990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reader.py &amp; Simulator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90288" y="2286000"/>
              <a:ext cx="2990088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reader.py: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Script serial reader dengan algoritma penanganan buffer backlog agar tidak terjadi delay penimbangan.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simulator.py: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Simulasi fluktuasi berat realistis format ST,GS,+.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simulator_indikator1.py: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Simulasi format data mentah digit (+003840014).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File Text TXT: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Contoh log stream nyata (indikator_JETTY, pam1, wb02).
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0FD950-4B33-97AD-D8E3-C3799EB24E1E}"/>
              </a:ext>
            </a:extLst>
          </p:cNvPr>
          <p:cNvGrpSpPr/>
          <p:nvPr/>
        </p:nvGrpSpPr>
        <p:grpSpPr>
          <a:xfrm>
            <a:off x="6126003" y="1325880"/>
            <a:ext cx="2842693" cy="3564740"/>
            <a:chOff x="6258667" y="1325880"/>
            <a:chExt cx="2842693" cy="3564740"/>
          </a:xfrm>
        </p:grpSpPr>
        <p:sp>
          <p:nvSpPr>
            <p:cNvPr id="10" name="Shape 8"/>
            <p:cNvSpPr/>
            <p:nvPr/>
          </p:nvSpPr>
          <p:spPr>
            <a:xfrm>
              <a:off x="6258667" y="1325880"/>
              <a:ext cx="2825865" cy="356474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650278" y="1554716"/>
              <a:ext cx="2451082" cy="34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A855F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Komponen Laravel Core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650278" y="2000308"/>
              <a:ext cx="2451082" cy="2810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WeighingController: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Validasi angka berat dan pemanggilan updateOrInsert tabel weighings.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WeightUpdated: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Broadcast event ke channel 'weighbridge-channel'.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timbangan.blade.php: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Tampilan dashboard display indikator live.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echo.js: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Konektor WebSockets listener di frontend.
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Troubleshooting &amp; Penanganan Kendala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487" y="1463040"/>
            <a:ext cx="2722353" cy="33147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4014" y="1622401"/>
            <a:ext cx="2361298" cy="318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Serial Port Error / Access Denied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4014" y="2221512"/>
            <a:ext cx="2361298" cy="261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Gejala: 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HARDWARE: Port COM7 tidak ditemukan atau sedang dipakai aplikasi lain.
</a:t>
            </a: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Penyebab: 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sedang terkunci oleh serial monitor lain (Putty, Arduino, terminal reader sebelumnya), atau kabel USB terlepas.
</a:t>
            </a: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Solusi: 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Tutup program serial lain, periksa Device Manager Windows untuk nomor COM aktif, lalu update config_timbangan.json.
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1D03C7-5B02-6008-0608-A13C1AFB9AE5}"/>
              </a:ext>
            </a:extLst>
          </p:cNvPr>
          <p:cNvGrpSpPr/>
          <p:nvPr/>
        </p:nvGrpSpPr>
        <p:grpSpPr>
          <a:xfrm>
            <a:off x="3049548" y="1463040"/>
            <a:ext cx="2925754" cy="3374278"/>
            <a:chOff x="4361688" y="1463040"/>
            <a:chExt cx="3447288" cy="4754880"/>
          </a:xfrm>
        </p:grpSpPr>
        <p:sp>
          <p:nvSpPr>
            <p:cNvPr id="7" name="Shape 5"/>
            <p:cNvSpPr/>
            <p:nvPr/>
          </p:nvSpPr>
          <p:spPr>
            <a:xfrm>
              <a:off x="4361688" y="1463040"/>
              <a:ext cx="3447288" cy="475488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590288" y="1691640"/>
              <a:ext cx="2990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38BDF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2. Angka Web Tetap 0.00 KG (WebSocket)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90288" y="2286000"/>
              <a:ext cx="2990088" cy="3749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Gejala: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Terminal reader.py sukses mengirim data (status 200), namun angka di layar web tidak bergerak.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Penyebab: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Layanan 'php artisan reverb:start' belum berjalan atau aset Echo di browser belum termuat.
</a:t>
              </a:r>
              <a:r>
                <a:rPr lang="en-US" sz="1200" b="1" dirty="0">
                  <a:solidFill>
                    <a:srgbClr val="F8FA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Solusi: </a:t>
              </a:r>
              <a:r>
                <a:rPr lang="en-US" sz="1200" dirty="0">
                  <a:solidFill>
                    <a:srgbClr val="94A3B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Jalankan Reverb di terminal terpisah, pastikan 'npm run dev' aktif, dan cek F12 Console browser untuk pesan terhubung.
</a:t>
              </a:r>
              <a:endParaRPr lang="en-US" sz="12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6239010" y="1542070"/>
            <a:ext cx="2733813" cy="332841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0297" y="1702090"/>
            <a:ext cx="23712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Format String Tidak Cocok (None)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0297" y="2203425"/>
            <a:ext cx="2371238" cy="2624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Gejala: 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Aliran serial masuk namun reader.py tidak menemukan angka berat valid.
</a:t>
            </a: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Penyebab: 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Indikator fisik menggunakan format keluaran string berbeda dengan ketiga pola regex bawaan.
</a:t>
            </a: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Solusi: 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 teks RAW di terminal, lalu tambahkan aturan regex baru ke array patterns di config_timbangan.json.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1021</Words>
  <Application>Microsoft Office PowerPoint</Application>
  <PresentationFormat>On-screen Show (16:9)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Weighbridge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Menjalankan Sistem Jembatan Timbang</dc:title>
  <dc:subject>PptxGenJS Presentation</dc:subject>
  <dc:creator>Antigravity Pair Programmer</dc:creator>
  <cp:lastModifiedBy>M Gudie Fithlail Nasution</cp:lastModifiedBy>
  <cp:revision>2</cp:revision>
  <dcterms:created xsi:type="dcterms:W3CDTF">2026-10-24T12:51:11Z</dcterms:created>
  <dcterms:modified xsi:type="dcterms:W3CDTF">2026-10-24T13:05:15Z</dcterms:modified>
</cp:coreProperties>
</file>